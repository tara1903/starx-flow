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usin\Documents\starx-flow\public\receptionist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50292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731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STARX FLOW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60720" y="1280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AI Receptionist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Masterclass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760720" y="28346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Step-by-Step Roster &amp; Calendar Integration Playbook for Local Service Businesses.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607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BLUEPRINT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PRE-REQUISITES &amp; CALENDAR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the Solid Foundation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 clean WhatsApp Business number. Back up chat logs if converting an existing active business 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Sync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Google Calendar, Outlook, Square POS, or Clover natively in the StarX Flow Dashboard.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56032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Definition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employees, custom hours, active days, service pricing, and appointment buffers.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1645920"/>
            <a:ext cx="256032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 Safe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2-way sync to lock slots instantly and prevent overlapping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BUILDING THE AI KNOWLEDGE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the AI Your Front-Desk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Voice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 business name/locations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Calibrate brand tone (warm/professional)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Adopt native localized greetings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38328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FAQ Mapping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Cancellation &amp; refund policies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Parking, building access guidelines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3840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specifications &amp; upgrades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338328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Staff Triage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 handover triggers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Keywords: "emergency", "complaint"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3840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desktop sound alerts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INTEGRATION TESTING &amp; 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and Put Bookings on Autopilot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60704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Go-Live Playbook Checklist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 Dry-Run Testing: Send test texts on WhatsApp to book slots, ask for pricing, and request changes.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 Waiver Integrations: Confirm that WhatsApp waivers or Stripe deposits display cleanly inside the chat flow.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 Staff Escalation Hook: Ensure active front-desk staff can see active chats in the StarX Admin Hub.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 Autopilot Activation: Switch the AI Assistant toggle to Live, put up the WhatsApp business link, and watch bookings scale.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2026-05-20T18:24:31Z</dcterms:created>
  <dcterms:modified xsi:type="dcterms:W3CDTF">2026-05-20T18:24:31Z</dcterms:modified>
</cp:coreProperties>
</file>