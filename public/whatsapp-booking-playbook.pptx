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usin\Documents\starx-flow\public\playbook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5029200" cy="3566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731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STARX FLOW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60720" y="1280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Booking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Playbook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760720" y="28346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High-Converting, Copy-Pasteable Conversation Flows &amp; Auto-Followups for Service Businesses.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607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ASSETS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1: SALON &amp; SPA AUTO-BOOKING 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High-Convert Flow (90%+ Retention)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"Hey, do you have any openings for a massage tomorrow?"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"Hi! We do have a few openings tomorrow. Here are our available slots: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- 10:30 AM (with David)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- 2:00 PM (with Emily)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- 4:30 PM (with David)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slot matches your schedule?"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"2:00 PM with Emily works great."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"Awesome! To secure your 60-Minute Therapeutic Massage with Emily at 2:00 PM tomorrow, please reply with your Full Name and Email Address."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2: DEPOSIT &amp; CLINIC INTRO WAIVERS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and Booking Secure Script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I book a Chiropractic Adjustment?"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"Hi! I can schedule that right now. We have open times this Tuesday at 9:00 AM and Wednesday at 3:00 PM. Which is better?"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"Tuesday at 9:00 AM."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0607040" cy="777240"/>
          </a:xfrm>
          <a:prstGeom prst="roundRect">
            <a:avLst/>
          </a:prstGeom>
          <a:solidFill>
            <a:srgbClr val="18181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Receptionist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"Great! To finalize this slot, first-time patients are required to fill out a brief intake waiver and secure the session with a $20 deposit. 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your secure link: [Link]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done, your slot is locked!"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3: THE GOOGLE REVIEW BOOSTER CAMPAIGN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Post-Session Review Booster Auto-Pilot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32004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Google Review Automator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timing: 2 hours after checkout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[Client-Name]! Thank you for visiting us today at [Business-Name]. We hope you loved your session with [Staff-Name]!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10 seconds, it would mean the world to our local staff if you shared your experience on Google: 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[Your-Google-Review-Link]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an amazing week!"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2026-05-20T18:24:31Z</dcterms:created>
  <dcterms:modified xsi:type="dcterms:W3CDTF">2026-05-20T18:24:31Z</dcterms:modified>
</cp:coreProperties>
</file>